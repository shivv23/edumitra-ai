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EduMitra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D2FF"/>
                </a:solidFill>
                <a:latin typeface="Segoe UI"/>
              </a:defRPr>
            </a:pPr>
            <a:r>
              <a:t>Personalized Learning &amp; Mental Wellness Companion</a:t>
            </a:r>
            <a:br/>
            <a:r>
              <a:t>for Indian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840480"/>
            <a:ext cx="6400800" cy="13716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2336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  <a:latin typeface="Segoe UI"/>
              </a:defRPr>
            </a:pPr>
            <a:r>
              <a:t>Team Name: shivamkumar0423</a:t>
            </a:r>
            <a:br/>
            <a:r>
              <a:t>Team Leader: Shivam Kumar</a:t>
            </a:r>
            <a:br/>
            <a:r>
              <a:t>Proposal Submission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0" y="1371600"/>
            <a:ext cx="7620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250M+ Indian students across fragmented curricula (CBSE, state boards, competitive exams) with no personalized learning adaptation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53% of Indian students report anxiety — yet wellness support is completely siloed from academics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Existing edtech platforms offer one-size-fits-all content: no adaptation to individual pace or knowledge gaps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No single platform understands both a student's learning needs and emotional state simultaneously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DPDP Act 2023 compliance is an afterthought — student data privacy is at risk in most edtech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Learning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RAG-augmented LLM (Claude + Gemini) generates</a:t>
            </a:r>
            <a:br/>
            <a:r>
              <a:t>personalized study plans, quizzes, and flashcards</a:t>
            </a:r>
            <a:br/>
            <a:r>
              <a:t>from NCERT content via ChromaDB vector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Wellness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Rule-based crisis detection + sentiment analysis.</a:t>
            </a:r>
            <a:br/>
            <a:r>
              <a:t>Auto-alerts at medium/high risk. Encrypted at rest,</a:t>
            </a:r>
            <a:br/>
            <a:r>
              <a:t>completely excluded from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Voice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11 Indian languages via Web Speech API +</a:t>
            </a:r>
            <a:br/>
            <a:r>
              <a:t>Sarvam AI STT fallback. Enables access for</a:t>
            </a:r>
            <a:br/>
            <a:r>
              <a:t>vernacular-medium and low-literacy students.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Data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DPDP Act 2023: right to erasure, data portability,</a:t>
            </a:r>
            <a:br/>
            <a:r>
              <a:t>encryption at rest, parental consent gate</a:t>
            </a:r>
            <a:br/>
            <a:r>
              <a:t>for minors under 18.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Next.js 14 (App Router) · TypeScript</a:t>
            </a:r>
            <a:br/>
            <a:r>
              <a:t>Material UI · Glassmorphism design</a:t>
            </a:r>
            <a:br/>
            <a:r>
              <a:t>Hosted on Vercel (global CDN)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FastAPI (Python 3.11)</a:t>
            </a:r>
            <a:br/>
            <a:r>
              <a:t>LangGraph (multi-agent orchestration)</a:t>
            </a:r>
            <a:br/>
            <a:r>
              <a:t>Hosted on Railway (Docker/Nixpacks)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Claude Sonnet 4 (primary LLM)</a:t>
            </a:r>
            <a:br/>
            <a:r>
              <a:t>Gemini 2.5 Flash (fallback LLM)</a:t>
            </a:r>
            <a:br/>
            <a:r>
              <a:t>ChromaDB vector store (all-MiniLM-L6-v2)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303520" cy="20116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APIs &amp;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Sarvam AI (STT) · Stability AI (image gen)</a:t>
            </a:r>
            <a:br/>
            <a:r>
              <a:t>Supabase PostgreSQL (managed DB + RLS)</a:t>
            </a:r>
            <a:br/>
            <a:r>
              <a:t>Web Speech API (browser-side STT)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Final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Working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Fully functional Next.js frontend deployed on Vercel</a:t>
            </a:r>
            <a:br/>
            <a:r>
              <a:t>with glassmorphism UI, real-time study plans,</a:t>
            </a:r>
            <a:br/>
            <a:r>
              <a:t>wellness check-ins, and teacher/parent 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7160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Multi-Agent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FastAPI server with 4 LangGraph agents running</a:t>
            </a:r>
            <a:br/>
            <a:r>
              <a:t>on Railway — Learning, Wellness, Voice, and</a:t>
            </a:r>
            <a:br/>
            <a:r>
              <a:t>Data Protection — all operational end-to-end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RAG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1031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ChromaDB vector store seeded with NCERT content</a:t>
            </a:r>
            <a:br/>
            <a:r>
              <a:t>across 5+ subjects. Semantic retrieval with</a:t>
            </a:r>
            <a:br/>
            <a:r>
              <a:t>0.65 relevance threshold for accurate answers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Wellness Alert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Real-time sentiment analysis with auto-escalation.</a:t>
            </a:r>
            <a:br/>
            <a:r>
              <a:t>Medium/high risk triggers alerts. All wellness data</a:t>
            </a:r>
            <a:br/>
            <a:r>
              <a:t>encrypted at rest with strictest access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93192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Voice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Browser-based STT supporting 11 Indian languages</a:t>
            </a:r>
            <a:br/>
            <a:r>
              <a:t>with Sarvam AI backend fallback. Enables</a:t>
            </a:r>
            <a:br/>
            <a:r>
              <a:t>vernacular-medium students to interact naturally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Segoe UI"/>
              </a:defRPr>
            </a:pPr>
            <a:r>
              <a:t>DPDP Act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63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CC"/>
                </a:solidFill>
                <a:latin typeface="Segoe UI"/>
              </a:defRPr>
            </a:pPr>
            <a:r>
              <a:t>Right to erasure (DELETE /api/data/me), data</a:t>
            </a:r>
            <a:br/>
            <a:r>
              <a:t>portability (GET /api/data/export), encryption</a:t>
            </a:r>
            <a:br/>
            <a:r>
              <a:t>at rest, parental consent gate for minors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Expected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Personalized learning at scale — 250M+ students get adaptive study plans tailored to their pace and knowledge gaps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Early wellness intervention — burnout risk detected before academic performance drops, with immediate alerts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Bridging the language gap — vernacular voice interface enables access for non-English-medium students across India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Teacher empowerment — real-time class-wide progress heatmaps and at-risk student identification in one dashboard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Parent visibility — academic + wellness insights without breaching the child's data privacy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Privacy-first architecture — full DPDP Act 2023 compliance built in from Day 1, not retrofitted as an afterthought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Project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566160" cy="47548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Foundation</a:t>
            </a:r>
            <a:br/>
            <a:r>
              <a:t>(Weeks 1–2)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• Monorepo setup &amp; CI/CD</a:t>
            </a:r>
            <a:br/>
            <a:r>
              <a:t>• Learning Agent: RAG pipeline</a:t>
            </a:r>
            <a:br/>
            <a:r>
              <a:t>  + study plan generation</a:t>
            </a:r>
            <a:br/>
            <a:r>
              <a:t>• Quiz engine with adaptive</a:t>
            </a:r>
            <a:br/>
            <a:r>
              <a:t>  difficulty</a:t>
            </a:r>
            <a:br/>
            <a:r>
              <a:t>• ChromaDB seeding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71600"/>
            <a:ext cx="3566160" cy="47548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Core Features</a:t>
            </a:r>
            <a:br/>
            <a:r>
              <a:t>(Weeks 3–4)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• Wellness Agent: sentiment</a:t>
            </a:r>
            <a:br/>
            <a:r>
              <a:t>  analysis &amp; crisis detection</a:t>
            </a:r>
            <a:br/>
            <a:r>
              <a:t>• Voice Agent: Web Speech API</a:t>
            </a:r>
            <a:br/>
            <a:r>
              <a:t>  + Sarvam STT + Gemini chat</a:t>
            </a:r>
            <a:br/>
            <a:r>
              <a:t>• Teacher dashboard with</a:t>
            </a:r>
            <a:br/>
            <a:r>
              <a:t>  progress heatmaps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71600"/>
            <a:ext cx="3566160" cy="4754880"/>
          </a:xfrm>
          <a:prstGeom prst="roundRect">
            <a:avLst/>
          </a:prstGeom>
          <a:solidFill>
            <a:srgbClr val="121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5544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Segoe UI"/>
              </a:defRPr>
            </a:pPr>
            <a:r>
              <a:t>Privacy &amp; Polish</a:t>
            </a:r>
            <a:br/>
            <a:r>
              <a:t>(Weeks 5–6)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AAACC"/>
                </a:solidFill>
                <a:latin typeface="Segoe UI"/>
              </a:defRPr>
            </a:pPr>
            <a:r>
              <a:t>• Data Protection Module:</a:t>
            </a:r>
            <a:br/>
            <a:r>
              <a:t>  erasure, portability, consent</a:t>
            </a:r>
            <a:br/>
            <a:r>
              <a:t>• Parent dashboard</a:t>
            </a:r>
            <a:br/>
            <a:r>
              <a:t>• End-to-end testing</a:t>
            </a:r>
            <a:br/>
            <a:r>
              <a:t>• Bug fixes &amp; performance</a:t>
            </a:r>
            <a:br/>
            <a:r>
              <a:t>  optimization</a:t>
            </a:r>
            <a:br/>
            <a:r>
              <a:t>• Demo preparation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Segoe UI"/>
              </a:defRPr>
            </a:pPr>
            <a:r>
              <a:t>What Makes EduMitra Unique?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81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First platform to unify academic personalization + mental wellness in a single AI-driven system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Multi-agent architecture (LangGraph) — specialized agents collaborate, not one monolithic model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RAG over NCERT curriculum ensures answers are syllabus-aligned, not generic web scrapings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Voice-first design in 11 Indian languages — built for Bharat, not just English-speaking users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Privacy-by-design: DPDP Act 2023 compliance built into the architecture from Day 1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Segoe UI"/>
              </a:defRPr>
            </a:pPr>
            <a:r>
              <a:t>▸ Fully self-contained demo mode — presentation works offline without any backend dependency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76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  <a:latin typeface="Segoe UI"/>
              </a:defRPr>
            </a:pPr>
            <a:r>
              <a:t>Team shivamkumar0423  |  Shivam Kumar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CC"/>
                </a:solidFill>
                <a:latin typeface="Segoe UI"/>
              </a:defRPr>
            </a:pPr>
            <a:r>
              <a:t>EduMitra AI — Personalized Learning &amp; Wellness for Every Indian Student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